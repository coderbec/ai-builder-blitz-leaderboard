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Figtree"/>
      <p:regular r:id="rId6"/>
      <p:bold r:id="rId7"/>
      <p:italic r:id="rId8"/>
      <p:boldItalic r:id="rId9"/>
    </p:embeddedFont>
    <p:embeddedFont>
      <p:font typeface="Figtree Light"/>
      <p:regular r:id="rId10"/>
      <p:bold r:id="rId11"/>
      <p:italic r:id="rId12"/>
      <p:boldItalic r:id="rId13"/>
    </p:embeddedFont>
    <p:embeddedFont>
      <p:font typeface="Inter"/>
      <p:regular r:id="rId14"/>
      <p:bold r:id="rId15"/>
      <p:italic r:id="rId16"/>
      <p:boldItalic r:id="rId17"/>
    </p:embeddedFont>
    <p:embeddedFont>
      <p:font typeface="Besley"/>
      <p:regular r:id="rId18"/>
      <p:bold r:id="rId19"/>
      <p:italic r:id="rId20"/>
      <p:boldItalic r:id="rId21"/>
    </p:embeddedFont>
    <p:embeddedFont>
      <p:font typeface="Besley Medium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  <p:embeddedFont>
      <p:font typeface="Besley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sley-italic.fntdata"/><Relationship Id="rId22" Type="http://schemas.openxmlformats.org/officeDocument/2006/relationships/font" Target="fonts/BesleyMedium-regular.fntdata"/><Relationship Id="rId21" Type="http://schemas.openxmlformats.org/officeDocument/2006/relationships/font" Target="fonts/Besley-boldItalic.fntdata"/><Relationship Id="rId24" Type="http://schemas.openxmlformats.org/officeDocument/2006/relationships/font" Target="fonts/BesleyMedium-italic.fntdata"/><Relationship Id="rId23" Type="http://schemas.openxmlformats.org/officeDocument/2006/relationships/font" Target="fonts/Besley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Figtree-boldItalic.fntdata"/><Relationship Id="rId26" Type="http://schemas.openxmlformats.org/officeDocument/2006/relationships/font" Target="fonts/InterMedium-regular.fntdata"/><Relationship Id="rId25" Type="http://schemas.openxmlformats.org/officeDocument/2006/relationships/font" Target="fonts/BesleyMedium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slide" Target="slides/slide1.xml"/><Relationship Id="rId6" Type="http://schemas.openxmlformats.org/officeDocument/2006/relationships/font" Target="fonts/Figtree-regular.fntdata"/><Relationship Id="rId29" Type="http://schemas.openxmlformats.org/officeDocument/2006/relationships/font" Target="fonts/InterMedium-boldItalic.fntdata"/><Relationship Id="rId7" Type="http://schemas.openxmlformats.org/officeDocument/2006/relationships/font" Target="fonts/Figtree-bold.fntdata"/><Relationship Id="rId8" Type="http://schemas.openxmlformats.org/officeDocument/2006/relationships/font" Target="fonts/Figtree-italic.fntdata"/><Relationship Id="rId31" Type="http://schemas.openxmlformats.org/officeDocument/2006/relationships/font" Target="fonts/BesleySemiBold-bold.fntdata"/><Relationship Id="rId30" Type="http://schemas.openxmlformats.org/officeDocument/2006/relationships/font" Target="fonts/BesleySemiBold-regular.fntdata"/><Relationship Id="rId11" Type="http://schemas.openxmlformats.org/officeDocument/2006/relationships/font" Target="fonts/FigtreeLight-bold.fntdata"/><Relationship Id="rId33" Type="http://schemas.openxmlformats.org/officeDocument/2006/relationships/font" Target="fonts/BesleySemiBold-boldItalic.fntdata"/><Relationship Id="rId10" Type="http://schemas.openxmlformats.org/officeDocument/2006/relationships/font" Target="fonts/FigtreeLight-regular.fntdata"/><Relationship Id="rId32" Type="http://schemas.openxmlformats.org/officeDocument/2006/relationships/font" Target="fonts/BesleySemiBold-italic.fntdata"/><Relationship Id="rId13" Type="http://schemas.openxmlformats.org/officeDocument/2006/relationships/font" Target="fonts/FigtreeLight-boldItalic.fntdata"/><Relationship Id="rId12" Type="http://schemas.openxmlformats.org/officeDocument/2006/relationships/font" Target="fonts/FigtreeLight-italic.fntdata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19" Type="http://schemas.openxmlformats.org/officeDocument/2006/relationships/font" Target="fonts/Besley-bold.fntdata"/><Relationship Id="rId18" Type="http://schemas.openxmlformats.org/officeDocument/2006/relationships/font" Target="fonts/Besle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e1479f59a5039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1e1479f59a5039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WOW '26 Cover - A">
  <p:cSld name="CUSTOM_3_4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title="b4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WOW logo 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20" y="198512"/>
            <a:ext cx="1473001" cy="808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WOW '26 Cover - B">
  <p:cSld name="CUSTOM_3_4_2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 title="v4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WOW logo 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20" y="198512"/>
            <a:ext cx="1473001" cy="80898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WOW '26 Cover - C">
  <p:cSld name="CUSTOM_3_4_2_1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 title="t40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 title="WOW logo 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20" y="198512"/>
            <a:ext cx="1473001" cy="8089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3" name="Google Shape;33;p4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WOW '26 Cover - Logo - A">
  <p:cSld name="CUSTOM_3_4_1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title="b400l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51815" y="378150"/>
            <a:ext cx="3888000" cy="843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7" name="Google Shape;37;p5" title="workato-logo_horizontal-blue.png"/>
          <p:cNvPicPr preferRelativeResize="0"/>
          <p:nvPr/>
        </p:nvPicPr>
        <p:blipFill rotWithShape="1">
          <a:blip r:embed="rId3">
            <a:alphaModFix/>
          </a:blip>
          <a:srcRect b="1181" l="0" r="0" t="1191"/>
          <a:stretch/>
        </p:blipFill>
        <p:spPr>
          <a:xfrm>
            <a:off x="484273" y="678475"/>
            <a:ext cx="1512824" cy="242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5"/>
          <p:cNvCxnSpPr/>
          <p:nvPr/>
        </p:nvCxnSpPr>
        <p:spPr>
          <a:xfrm>
            <a:off x="2187996" y="496475"/>
            <a:ext cx="0" cy="606300"/>
          </a:xfrm>
          <a:prstGeom prst="straightConnector1">
            <a:avLst/>
          </a:prstGeom>
          <a:noFill/>
          <a:ln cap="flat" cmpd="sng" w="9525">
            <a:solidFill>
              <a:srgbClr val="216DC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5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WOW '26 Cover - Logo B">
  <p:cSld name="CUSTOM_3_4_1_1">
    <p:bg>
      <p:bgPr>
        <a:solidFill>
          <a:schemeClr val="dk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 title="v400l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251815" y="378150"/>
            <a:ext cx="3888000" cy="843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7" name="Google Shape;47;p6" title="workato-logo_horizontal-blue.png"/>
          <p:cNvPicPr preferRelativeResize="0"/>
          <p:nvPr/>
        </p:nvPicPr>
        <p:blipFill rotWithShape="1">
          <a:blip r:embed="rId3">
            <a:alphaModFix/>
          </a:blip>
          <a:srcRect b="1181" l="0" r="0" t="1191"/>
          <a:stretch/>
        </p:blipFill>
        <p:spPr>
          <a:xfrm>
            <a:off x="484273" y="678475"/>
            <a:ext cx="1512824" cy="242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6"/>
          <p:cNvCxnSpPr/>
          <p:nvPr/>
        </p:nvCxnSpPr>
        <p:spPr>
          <a:xfrm>
            <a:off x="2187996" y="496475"/>
            <a:ext cx="0" cy="606300"/>
          </a:xfrm>
          <a:prstGeom prst="straightConnector1">
            <a:avLst/>
          </a:prstGeom>
          <a:noFill/>
          <a:ln cap="flat" cmpd="sng" w="9525">
            <a:solidFill>
              <a:srgbClr val="216DC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6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53" name="Google Shape;53;p6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WOW '26 Cover - Logo C">
  <p:cSld name="CUSTOM_3_4_1_1_1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" title="t400l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251815" y="378150"/>
            <a:ext cx="3888000" cy="843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7" name="Google Shape;57;p7" title="workato-logo_horizontal-blue.png"/>
          <p:cNvPicPr preferRelativeResize="0"/>
          <p:nvPr/>
        </p:nvPicPr>
        <p:blipFill rotWithShape="1">
          <a:blip r:embed="rId3">
            <a:alphaModFix/>
          </a:blip>
          <a:srcRect b="1181" l="0" r="0" t="1191"/>
          <a:stretch/>
        </p:blipFill>
        <p:spPr>
          <a:xfrm>
            <a:off x="484273" y="678475"/>
            <a:ext cx="1512824" cy="242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7"/>
          <p:cNvCxnSpPr/>
          <p:nvPr/>
        </p:nvCxnSpPr>
        <p:spPr>
          <a:xfrm>
            <a:off x="2187996" y="496475"/>
            <a:ext cx="0" cy="606300"/>
          </a:xfrm>
          <a:prstGeom prst="straightConnector1">
            <a:avLst/>
          </a:prstGeom>
          <a:noFill/>
          <a:ln cap="flat" cmpd="sng" w="9525">
            <a:solidFill>
              <a:srgbClr val="216DC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>
            <p:ph type="ctrTitle"/>
          </p:nvPr>
        </p:nvSpPr>
        <p:spPr>
          <a:xfrm>
            <a:off x="365750" y="1372050"/>
            <a:ext cx="42888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esley SemiBold"/>
              <a:buNone/>
              <a:defRPr sz="3400">
                <a:solidFill>
                  <a:schemeClr val="lt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65760" y="3272423"/>
            <a:ext cx="4654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0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esley"/>
              <a:buNone/>
              <a:defRPr sz="2700">
                <a:solidFill>
                  <a:schemeClr val="lt1"/>
                </a:solidFill>
                <a:latin typeface="Besley"/>
                <a:ea typeface="Besley"/>
                <a:cs typeface="Besley"/>
                <a:sym typeface="Besley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365760" y="38341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b="1" sz="15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365760" y="4175995"/>
            <a:ext cx="4343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Figtree Light"/>
              <a:buNone/>
              <a:defRPr sz="1500">
                <a:solidFill>
                  <a:schemeClr val="lt1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63" name="Google Shape;63;p7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WOW '26 Divider Slide A">
  <p:cSld name="Divider Slide_3_1_1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 title="b400-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65750" y="1503748"/>
            <a:ext cx="75903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365775" y="2626066"/>
            <a:ext cx="3886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i="0" sz="18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" name="Google Shape;68;p8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WOW '26 Divider Slide B">
  <p:cSld name="Divider Slide_3_1_1_1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 title="v400-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ctrTitle"/>
          </p:nvPr>
        </p:nvSpPr>
        <p:spPr>
          <a:xfrm>
            <a:off x="365750" y="1503748"/>
            <a:ext cx="75903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" type="subTitle"/>
          </p:nvPr>
        </p:nvSpPr>
        <p:spPr>
          <a:xfrm>
            <a:off x="365775" y="2626066"/>
            <a:ext cx="3886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i="0" sz="18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9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WOW '26 Divider Slide C">
  <p:cSld name="Divider Slide_3_1_1_1_1"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0" title="t400-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65750" y="1503748"/>
            <a:ext cx="75903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i="0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"/>
              <a:buNone/>
              <a:defRPr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365775" y="2626066"/>
            <a:ext cx="38868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i="0" sz="18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8" name="Google Shape;78;p10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WOW '26 Sponsorship Slide">
  <p:cSld name="B2 - Basic - 2 Column_1_2_1_1_3_1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1" title="t400-2.png"/>
          <p:cNvPicPr preferRelativeResize="0"/>
          <p:nvPr/>
        </p:nvPicPr>
        <p:blipFill rotWithShape="1">
          <a:blip r:embed="rId2">
            <a:alphaModFix/>
          </a:blip>
          <a:srcRect b="0" l="0" r="26986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 rotWithShape="1">
          <a:blip r:embed="rId3">
            <a:alphaModFix/>
          </a:blip>
          <a:srcRect b="0" l="-28822" r="65643" t="0"/>
          <a:stretch/>
        </p:blipFill>
        <p:spPr>
          <a:xfrm>
            <a:off x="5489150" y="-94750"/>
            <a:ext cx="3654851" cy="51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type="title"/>
          </p:nvPr>
        </p:nvSpPr>
        <p:spPr>
          <a:xfrm>
            <a:off x="365750" y="338328"/>
            <a:ext cx="841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ter Medium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365750" y="693004"/>
            <a:ext cx="841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2" type="body"/>
          </p:nvPr>
        </p:nvSpPr>
        <p:spPr>
          <a:xfrm>
            <a:off x="365750" y="1052375"/>
            <a:ext cx="5738400" cy="3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WOW '26 Basic Content">
  <p:cSld name="B2 - Basic - 2 Column_1_2_1_1_3_1_1_1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 title="white b100.png"/>
          <p:cNvPicPr preferRelativeResize="0"/>
          <p:nvPr/>
        </p:nvPicPr>
        <p:blipFill rotWithShape="1">
          <a:blip r:embed="rId2">
            <a:alphaModFix/>
          </a:blip>
          <a:srcRect b="865" l="0" r="0" t="865"/>
          <a:stretch/>
        </p:blipFill>
        <p:spPr>
          <a:xfrm>
            <a:off x="0" y="0"/>
            <a:ext cx="9144000" cy="505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2"/>
          <p:cNvPicPr preferRelativeResize="0"/>
          <p:nvPr/>
        </p:nvPicPr>
        <p:blipFill rotWithShape="1">
          <a:blip r:embed="rId3">
            <a:alphaModFix/>
          </a:blip>
          <a:srcRect b="1730" l="0" r="0" t="0"/>
          <a:stretch/>
        </p:blipFill>
        <p:spPr>
          <a:xfrm>
            <a:off x="0" y="0"/>
            <a:ext cx="9144000" cy="505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2" title="white b75.png"/>
          <p:cNvPicPr preferRelativeResize="0"/>
          <p:nvPr/>
        </p:nvPicPr>
        <p:blipFill rotWithShape="1">
          <a:blip r:embed="rId4">
            <a:alphaModFix amt="52000"/>
          </a:blip>
          <a:srcRect b="1730" l="0" r="0" t="0"/>
          <a:stretch/>
        </p:blipFill>
        <p:spPr>
          <a:xfrm>
            <a:off x="0" y="0"/>
            <a:ext cx="9144000" cy="505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 title="workato-logo_horizontal-blue.png"/>
          <p:cNvPicPr preferRelativeResize="0"/>
          <p:nvPr/>
        </p:nvPicPr>
        <p:blipFill rotWithShape="1">
          <a:blip r:embed="rId5">
            <a:alphaModFix/>
          </a:blip>
          <a:srcRect b="845" l="0" r="0" t="845"/>
          <a:stretch/>
        </p:blipFill>
        <p:spPr>
          <a:xfrm>
            <a:off x="7955979" y="4819774"/>
            <a:ext cx="822958" cy="13273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/>
          <p:nvPr>
            <p:ph type="title"/>
          </p:nvPr>
        </p:nvSpPr>
        <p:spPr>
          <a:xfrm>
            <a:off x="365750" y="338328"/>
            <a:ext cx="841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 Medium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65750" y="693004"/>
            <a:ext cx="841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3" name="Google Shape;93;p12"/>
          <p:cNvSpPr txBox="1"/>
          <p:nvPr>
            <p:ph idx="2" type="body"/>
          </p:nvPr>
        </p:nvSpPr>
        <p:spPr>
          <a:xfrm>
            <a:off x="365750" y="1052375"/>
            <a:ext cx="5738400" cy="3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0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4" name="Google Shape;94;p12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WOW '26 Quote or Big Idea ">
  <p:cSld name="Divider Slide_1_1_1_1_3_3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 title="quo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type="ctrTitle"/>
          </p:nvPr>
        </p:nvSpPr>
        <p:spPr>
          <a:xfrm>
            <a:off x="1567225" y="2045150"/>
            <a:ext cx="60096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i="0" sz="3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Medium"/>
              <a:buNone/>
              <a:defRPr sz="3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2971650" y="3210375"/>
            <a:ext cx="32007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i="0" sz="1600">
                <a:solidFill>
                  <a:schemeClr val="accent2"/>
                </a:solidFill>
              </a:defRPr>
            </a:lvl1pPr>
            <a:lvl2pPr lvl="1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sz="1500">
                <a:solidFill>
                  <a:schemeClr val="accent2"/>
                </a:solidFill>
              </a:defRPr>
            </a:lvl2pPr>
            <a:lvl3pPr lvl="2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99" name="Google Shape;99;p13" title="workato-logo_horizontal-white.png"/>
          <p:cNvPicPr preferRelativeResize="0"/>
          <p:nvPr/>
        </p:nvPicPr>
        <p:blipFill rotWithShape="1">
          <a:blip r:embed="rId3">
            <a:alphaModFix/>
          </a:blip>
          <a:srcRect b="845" l="0" r="0" t="845"/>
          <a:stretch/>
        </p:blipFill>
        <p:spPr>
          <a:xfrm>
            <a:off x="4160521" y="4819774"/>
            <a:ext cx="822958" cy="13273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5063550"/>
            <a:ext cx="9153000" cy="82200"/>
          </a:xfrm>
          <a:prstGeom prst="rect">
            <a:avLst/>
          </a:prstGeom>
          <a:gradFill>
            <a:gsLst>
              <a:gs pos="0">
                <a:srgbClr val="67EADD"/>
              </a:gs>
              <a:gs pos="100000">
                <a:srgbClr val="C3A9FF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65760" y="308050"/>
            <a:ext cx="826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sley SemiBold"/>
              <a:buNone/>
              <a:defRPr sz="2400">
                <a:solidFill>
                  <a:schemeClr val="dk1"/>
                </a:solidFill>
                <a:latin typeface="Besley SemiBold"/>
                <a:ea typeface="Besley SemiBold"/>
                <a:cs typeface="Besley SemiBold"/>
                <a:sym typeface="Besle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36535" y="1047740"/>
            <a:ext cx="8266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2100" lvl="2" marL="137160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■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2100" lvl="3" marL="182880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●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○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■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●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○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"/>
              <a:buChar char="■"/>
              <a:defRPr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id="9" name="Google Shape;9;p1" title="workato-logo_horizontal-blue.png"/>
          <p:cNvPicPr preferRelativeResize="0"/>
          <p:nvPr/>
        </p:nvPicPr>
        <p:blipFill rotWithShape="1">
          <a:blip r:embed="rId1">
            <a:alphaModFix/>
          </a:blip>
          <a:srcRect b="845" l="0" r="0" t="845"/>
          <a:stretch/>
        </p:blipFill>
        <p:spPr>
          <a:xfrm>
            <a:off x="7955979" y="4819774"/>
            <a:ext cx="822958" cy="1327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46962"/>
          </p15:clr>
        </p15:guide>
        <p15:guide id="2" pos="2987">
          <p15:clr>
            <a:srgbClr val="E46962"/>
          </p15:clr>
        </p15:guide>
        <p15:guide id="3" pos="2761">
          <p15:clr>
            <a:srgbClr val="E46962"/>
          </p15:clr>
        </p15:guide>
        <p15:guide id="4" pos="5529">
          <p15:clr>
            <a:srgbClr val="E46962"/>
          </p15:clr>
        </p15:guide>
        <p15:guide id="5" pos="232">
          <p15:clr>
            <a:srgbClr val="E46962"/>
          </p15:clr>
        </p15:guide>
        <p15:guide id="6" pos="1910">
          <p15:clr>
            <a:srgbClr val="E46962"/>
          </p15:clr>
        </p15:guide>
        <p15:guide id="7" pos="2039">
          <p15:clr>
            <a:srgbClr val="E46962"/>
          </p15:clr>
        </p15:guide>
        <p15:guide id="8" pos="3845">
          <p15:clr>
            <a:srgbClr val="E46962"/>
          </p15:clr>
        </p15:guide>
        <p15:guide id="9" pos="3716">
          <p15:clr>
            <a:srgbClr val="E46962"/>
          </p15:clr>
        </p15:guide>
        <p15:guide id="10" orient="horz" pos="232">
          <p15:clr>
            <a:srgbClr val="E46962"/>
          </p15:clr>
        </p15:guide>
        <p15:guide id="11" orient="horz" pos="2964">
          <p15:clr>
            <a:srgbClr val="E46962"/>
          </p15:clr>
        </p15:guide>
        <p15:guide id="12" orient="horz" pos="693">
          <p15:clr>
            <a:srgbClr val="E46962"/>
          </p15:clr>
        </p15:guide>
        <p15:guide id="13" orient="horz" pos="619">
          <p15:clr>
            <a:srgbClr val="E46962"/>
          </p15:clr>
        </p15:guide>
        <p15:guide id="14" orient="horz" pos="2847">
          <p15:clr>
            <a:srgbClr val="E46962"/>
          </p15:clr>
        </p15:guide>
        <p15:guide id="15" orient="horz" pos="7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-97797" y="0"/>
            <a:ext cx="9241798" cy="5143501"/>
            <a:chOff x="-97797" y="0"/>
            <a:chExt cx="9241798" cy="5143501"/>
          </a:xfrm>
        </p:grpSpPr>
        <p:pic>
          <p:nvPicPr>
            <p:cNvPr id="107" name="Google Shape;107;p15" title="AI Builder Challenge Digital Slide Screen.png"/>
            <p:cNvPicPr preferRelativeResize="0"/>
            <p:nvPr/>
          </p:nvPicPr>
          <p:blipFill rotWithShape="1">
            <a:blip r:embed="rId3">
              <a:alphaModFix/>
            </a:blip>
            <a:srcRect b="0" l="0" r="1980" t="0"/>
            <a:stretch/>
          </p:blipFill>
          <p:spPr>
            <a:xfrm>
              <a:off x="-97797" y="0"/>
              <a:ext cx="896267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5" title="AI Builder Challenge Digital Slide Screen.png"/>
            <p:cNvPicPr preferRelativeResize="0"/>
            <p:nvPr/>
          </p:nvPicPr>
          <p:blipFill rotWithShape="1">
            <a:blip r:embed="rId3">
              <a:alphaModFix/>
            </a:blip>
            <a:srcRect b="0" l="4193" r="2845" t="0"/>
            <a:stretch/>
          </p:blipFill>
          <p:spPr>
            <a:xfrm>
              <a:off x="643900" y="0"/>
              <a:ext cx="8500101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5"/>
          <p:cNvSpPr/>
          <p:nvPr/>
        </p:nvSpPr>
        <p:spPr>
          <a:xfrm>
            <a:off x="4165750" y="-1537875"/>
            <a:ext cx="1421100" cy="110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AI Builder Blitz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5275331" y="216947"/>
            <a:ext cx="2957093" cy="2957093"/>
            <a:chOff x="2849400" y="418150"/>
            <a:chExt cx="4725300" cy="4725300"/>
          </a:xfrm>
        </p:grpSpPr>
        <p:sp>
          <p:nvSpPr>
            <p:cNvPr id="111" name="Google Shape;111;p15"/>
            <p:cNvSpPr/>
            <p:nvPr/>
          </p:nvSpPr>
          <p:spPr>
            <a:xfrm>
              <a:off x="2849400" y="418150"/>
              <a:ext cx="4725300" cy="4725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225" lIns="57225" spcFirstLastPara="1" rIns="57225" wrap="square" tIns="57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76">
                <a:latin typeface="Figtree"/>
                <a:ea typeface="Figtree"/>
                <a:cs typeface="Figtree"/>
                <a:sym typeface="Figtree"/>
              </a:endParaRPr>
            </a:p>
          </p:txBody>
        </p:sp>
        <p:pic>
          <p:nvPicPr>
            <p:cNvPr id="112" name="Google Shape;112;p15" title="840249-Product-0-I-638925552607164220-d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85675" y="654425"/>
              <a:ext cx="4252749" cy="4252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/>
          <p:nvPr/>
        </p:nvSpPr>
        <p:spPr>
          <a:xfrm>
            <a:off x="297825" y="367850"/>
            <a:ext cx="58743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solidFill>
                  <a:schemeClr val="lt1"/>
                </a:solidFill>
                <a:latin typeface="Besley Medium"/>
                <a:ea typeface="Besley Medium"/>
                <a:cs typeface="Besley Medium"/>
                <a:sym typeface="Besley Medium"/>
              </a:rPr>
              <a:t>Compete at</a:t>
            </a:r>
            <a:endParaRPr i="1" sz="4000">
              <a:solidFill>
                <a:schemeClr val="lt1"/>
              </a:solidFill>
              <a:latin typeface="Besley Medium"/>
              <a:ea typeface="Besley Medium"/>
              <a:cs typeface="Besley Medium"/>
              <a:sym typeface="Besle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2"/>
                </a:solidFill>
                <a:latin typeface="Besley SemiBold"/>
                <a:ea typeface="Besley SemiBold"/>
                <a:cs typeface="Besley SemiBold"/>
                <a:sym typeface="Besley SemiBold"/>
              </a:rPr>
              <a:t>AI Builder Blitz</a:t>
            </a:r>
            <a:endParaRPr sz="4000">
              <a:solidFill>
                <a:schemeClr val="accent2"/>
              </a:solidFill>
              <a:latin typeface="Besley SemiBold"/>
              <a:ea typeface="Besley SemiBold"/>
              <a:cs typeface="Besley SemiBold"/>
              <a:sym typeface="Besley SemiBold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32325" y="2127802"/>
            <a:ext cx="46203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Automation meets AI in a hands-on build challenge. </a:t>
            </a:r>
            <a:endParaRPr b="1" sz="27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Take the top spot and win* a Marshall Middleton II Portable Speaker (AUD 499).</a:t>
            </a:r>
            <a:endParaRPr b="1" sz="1900" u="sng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orate GS Template '26">
  <a:themeElements>
    <a:clrScheme name="Simple Light">
      <a:dk1>
        <a:srgbClr val="083763"/>
      </a:dk1>
      <a:lt1>
        <a:srgbClr val="FFFFFF"/>
      </a:lt1>
      <a:dk2>
        <a:srgbClr val="216DCA"/>
      </a:dk2>
      <a:lt2>
        <a:srgbClr val="D3EDFA"/>
      </a:lt2>
      <a:accent1>
        <a:srgbClr val="350052"/>
      </a:accent1>
      <a:accent2>
        <a:srgbClr val="00D4D8"/>
      </a:accent2>
      <a:accent3>
        <a:srgbClr val="C3A9FF"/>
      </a:accent3>
      <a:accent4>
        <a:srgbClr val="FFC700"/>
      </a:accent4>
      <a:accent5>
        <a:srgbClr val="C8E832"/>
      </a:accent5>
      <a:accent6>
        <a:srgbClr val="C9F5F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